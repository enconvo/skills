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00000" y="800000"/>
            <a:ext cx="9800000" cy="42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00000" y="10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0000" y="10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1500000"/>
            <a:ext cx="9400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The K-Beauty
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0" y="3000000"/>
            <a:ext cx="3200000" cy="35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0000" y="3020000"/>
            <a:ext cx="32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2025 Market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3600000"/>
            <a:ext cx="9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How Korea Redefined Skincare for the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5300000"/>
            <a:ext cx="9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storyboard: k-beauty-revolution | panels: 5 | status: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50000"/>
            <a:ext cx="1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C2C2C"/>
                </a:solidFill>
                <a:latin typeface="Calibri"/>
              </a:rPr>
              <a:t>The 10-Step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5300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stat: 92% of Korean women follow multi-step vs 35% in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0000" y="8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Oil Cleanser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Water Cleanser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Toner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Essence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Serum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1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Eye Cream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8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Moisturizer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5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SPF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0000" y="37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0000" y="37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Double Cleanse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1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Exfoliant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8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Toner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5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Essence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Ampoule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31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2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Sheet Mask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8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8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Eye Cream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7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5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5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Night Cream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50000"/>
            <a:ext cx="1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C2C2C"/>
                </a:solidFill>
                <a:latin typeface="Calibri"/>
              </a:rPr>
              <a:t>Hero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5300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5 star ingredients that define the K-Beauty movement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35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0000" y="9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000" y="9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3500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Snail Mucin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0000" y="195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50000" y="1960000"/>
            <a:ext cx="14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Hydration +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450000"/>
            <a:ext cx="33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0" y="850000"/>
            <a:ext cx="35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00000" y="9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0000" y="9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13500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Niacinamide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0000" y="195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0000" y="1960000"/>
            <a:ext cx="14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Brightening + pore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0" y="2450000"/>
            <a:ext cx="33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000" y="850000"/>
            <a:ext cx="35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00000" y="9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0000" y="9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13500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Centella Asiatica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0000" y="195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0000" y="1960000"/>
            <a:ext cx="14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Calming + anti-inflammatory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0000" y="2450000"/>
            <a:ext cx="33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0000" y="3400000"/>
            <a:ext cx="40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900000" y="35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30000" y="35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0" y="3900000"/>
            <a:ext cx="3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Rice Extract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0000" y="450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00000" y="4510000"/>
            <a:ext cx="14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Even skin 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0000" y="5000000"/>
            <a:ext cx="3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000" y="3400000"/>
            <a:ext cx="40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00000" y="35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0000" y="35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0000" y="3900000"/>
            <a:ext cx="3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Propolis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0000" y="450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0000" y="4510000"/>
            <a:ext cx="14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Antibacterial + glow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0000" y="5000000"/>
            <a:ext cx="3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0000" y="5950000"/>
            <a:ext cx="11200000" cy="6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0000" y="6050000"/>
            <a:ext cx="10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market: $13.2B (2025) → $21.8B (2030) | source: Statista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50000"/>
            <a:ext cx="1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C2C2C"/>
                </a:solidFill>
                <a:latin typeface="Calibri"/>
              </a:rPr>
              <a:t>Global Impact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5300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data points: market size, growth, social, spend, geography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000" y="9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9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50000"/>
            <a:ext cx="25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$13.2B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0000" y="9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0000" y="133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2,800+ brands in South Korea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" y="190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0000" y="20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" y="20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000" y="2000000"/>
            <a:ext cx="25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400%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000" y="20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Import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000" y="238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US K-Beauty imports since 2015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" y="295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0000" y="30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00" y="30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3050000"/>
            <a:ext cx="25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48B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0000" y="30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TikTok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000" y="343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#KBeauty global reach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400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00000" y="41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000" y="41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000" y="4100000"/>
            <a:ext cx="25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$230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0000" y="41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Annual Spend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0000" y="448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Korea per capita vs $110 in 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00" y="505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0000" y="51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00" y="51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0000" y="5150000"/>
            <a:ext cx="25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0000" y="51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Top Markets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0000" y="553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China, US, Japan, Southeast Asia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000" y="64000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source: Statista, Korea Customs, TikTok Analytics,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00000" y="800000"/>
            <a:ext cx="9800000" cy="42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00000" y="10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0000" y="10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2170000"/>
            <a:ext cx="94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dirty="0">
                <a:solidFill>
                  <a:srgbClr val="2C2C2C"/>
                </a:solidFill>
                <a:latin typeface="Calibri"/>
              </a:rPr>
              <a:t>Your Skin,
Your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0000" y="3000000"/>
            <a:ext cx="4600000" cy="35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00000" y="3020000"/>
            <a:ext cx="46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Personal • Science-Driven • Inclusive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3600000"/>
            <a:ext cx="9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The future of beauty is personal, science-driven, and inclusive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5300000"/>
            <a:ext cx="9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end storyboard | K-Beauty Market Analysis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</Words>
  <Application>Microsoft Macintosh PowerPoint</Application>
  <PresentationFormat>Widescreen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wz yao</cp:lastModifiedBy>
  <cp:revision>2</cp:revision>
  <dcterms:created xsi:type="dcterms:W3CDTF">2013-01-27T09:14:16Z</dcterms:created>
  <dcterms:modified xsi:type="dcterms:W3CDTF">2026-03-13T15:03:23Z</dcterms:modified>
  <cp:category/>
</cp:coreProperties>
</file>
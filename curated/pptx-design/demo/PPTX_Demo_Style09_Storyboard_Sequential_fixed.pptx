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200000" y="800000"/>
            <a:ext cx="9800000" cy="42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400000" y="100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30000" y="103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0000" y="1500000"/>
            <a:ext cx="9400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2C2C2C"/>
                </a:solidFill>
                <a:latin typeface="Calibri"/>
              </a:rPr>
              <a:t>The K-Beauty
Revolution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0000" y="3000000"/>
            <a:ext cx="3200000" cy="350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00000" y="3020000"/>
            <a:ext cx="32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2025 Market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0000" y="3600000"/>
            <a:ext cx="9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How Korea Redefined Skincare for the World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" y="5300000"/>
            <a:ext cx="9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storyboard: k-beauty-revolution | panels: 5 | status: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150000"/>
            <a:ext cx="11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C2C2C"/>
                </a:solidFill>
                <a:latin typeface="Calibri"/>
              </a:rPr>
              <a:t>The 10-Step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683400"/>
            <a:ext cx="112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stat: 92% of Korean women follow multi-step vs 35% in 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1066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0000" y="9842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000" y="14151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80000" y="13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0000" y="13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000" y="16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Oil Cleanser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0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0000" y="125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80000" y="13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10000" y="13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50000" y="16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Water Cleanser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000" y="20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0000" y="125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880000" y="13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10000" y="13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50000" y="16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Toner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0000" y="20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0000" y="125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80000" y="13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10000" y="13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000" y="16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Essence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00000" y="20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0000" y="245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0000" y="25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0000" y="25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0000" y="28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Serum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0000" y="32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0000" y="245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3180000" y="25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10000" y="25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50000" y="28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Eye Cream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000" y="32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00000" y="245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880000" y="25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10000" y="25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50000" y="28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Moisturizer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00000" y="32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0000" y="245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580000" y="253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10000" y="256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50000" y="288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SPF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00000" y="325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0000" y="370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0000" y="373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0000" y="41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80000" y="41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0000" y="42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000" y="45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Double Cleanse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0000" y="49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00000" y="41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3180000" y="41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210000" y="42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50000" y="45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Exfoliant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000" y="49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800000" y="41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880000" y="41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10000" y="42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0000" y="45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Toner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00000" y="49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500000" y="41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580000" y="41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610000" y="42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50000" y="45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Essence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00000" y="49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4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00000" y="53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480000" y="53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10000" y="54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000" y="57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Ampoule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0000" y="61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5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100000" y="53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3180000" y="53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210000" y="54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50000" y="57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Sheet Mask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00000" y="61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6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800000" y="53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5880000" y="53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910000" y="54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50000" y="57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Eye Cream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00000" y="61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7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500000" y="5300000"/>
            <a:ext cx="2600000" cy="110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8580000" y="538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610000" y="541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50000" y="5730000"/>
            <a:ext cx="23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Night Cream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00000" y="6100000"/>
            <a:ext cx="2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step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150000"/>
            <a:ext cx="11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C2C2C"/>
                </a:solidFill>
                <a:latin typeface="Calibri"/>
              </a:rPr>
              <a:t>Hero Ingredients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683400"/>
            <a:ext cx="112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5 star ingredients that define the K-Beauty movement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850000"/>
            <a:ext cx="3500000" cy="23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0000" y="11151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000" y="1107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1527800"/>
            <a:ext cx="31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C2C2C"/>
                </a:solidFill>
                <a:latin typeface="Calibri"/>
              </a:rPr>
              <a:t>Snail Mucin</a:t>
            </a:r>
          </a:p>
        </p:txBody>
      </p:sp>
      <p:sp>
        <p:nvSpPr>
          <p:cNvPr id="8" name="Rectangle 7"/>
          <p:cNvSpPr/>
          <p:nvPr/>
        </p:nvSpPr>
        <p:spPr>
          <a:xfrm>
            <a:off x="1450000" y="1950000"/>
            <a:ext cx="1400000" cy="280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50000" y="2125100"/>
            <a:ext cx="1400000" cy="5461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C2C2C"/>
                </a:solidFill>
                <a:latin typeface="Consolas"/>
              </a:rPr>
              <a:t>Hydration + repair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2772800"/>
            <a:ext cx="33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ingredient #01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0000" y="850000"/>
            <a:ext cx="3500000" cy="23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00000" y="11151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30000" y="1107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0000" y="1527800"/>
            <a:ext cx="31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C2C2C"/>
                </a:solidFill>
                <a:latin typeface="Calibri"/>
              </a:rPr>
              <a:t>Niacinamide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0000" y="1950000"/>
            <a:ext cx="1400000" cy="280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0000" y="2125100"/>
            <a:ext cx="1400000" cy="5461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C2C2C"/>
                </a:solidFill>
                <a:latin typeface="Consolas"/>
              </a:rPr>
              <a:t>Brightening + pore 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0000" y="2772800"/>
            <a:ext cx="33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ingredient #02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0000" y="850000"/>
            <a:ext cx="3500000" cy="23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00000" y="11151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0000" y="1107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0000" y="1527800"/>
            <a:ext cx="31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C2C2C"/>
                </a:solidFill>
                <a:latin typeface="Calibri"/>
              </a:rPr>
              <a:t>Centella Asiatica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0000" y="1950000"/>
            <a:ext cx="1400000" cy="280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0000" y="2125100"/>
            <a:ext cx="1400000" cy="5461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C2C2C"/>
                </a:solidFill>
                <a:latin typeface="Consolas"/>
              </a:rPr>
              <a:t>Calming + anti-inflammatory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0000" y="2772800"/>
            <a:ext cx="33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ingredient #03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00000" y="3400000"/>
            <a:ext cx="4000000" cy="23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900000" y="350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30000" y="353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0000" y="3900000"/>
            <a:ext cx="36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C2C2C"/>
                </a:solidFill>
                <a:latin typeface="Calibri"/>
              </a:rPr>
              <a:t>Rice Extract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0000" y="4500000"/>
            <a:ext cx="1400000" cy="280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00000" y="4510000"/>
            <a:ext cx="1400000" cy="5461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C2C2C"/>
                </a:solidFill>
                <a:latin typeface="Consolas"/>
              </a:rPr>
              <a:t>Even skin tone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00000" y="5106900"/>
            <a:ext cx="3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ingredient #04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000" y="3400000"/>
            <a:ext cx="4000000" cy="23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500000" y="350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0000" y="353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0000" y="3900000"/>
            <a:ext cx="36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2C2C2C"/>
                </a:solidFill>
                <a:latin typeface="Calibri"/>
              </a:rPr>
              <a:t>Propolis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00000" y="4500000"/>
            <a:ext cx="1400000" cy="280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00000" y="4510000"/>
            <a:ext cx="1400000" cy="5461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2C2C2C"/>
                </a:solidFill>
                <a:latin typeface="Consolas"/>
              </a:rPr>
              <a:t>Antibacterial + glow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00000" y="5106900"/>
            <a:ext cx="3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ingredient #05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0000" y="5950000"/>
            <a:ext cx="11200000" cy="6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0000" y="6050000"/>
            <a:ext cx="10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market: $13.2B (2025) → $21.8B (2030) | source: Statista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150000"/>
            <a:ext cx="11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2C2C2C"/>
                </a:solidFill>
                <a:latin typeface="Calibri"/>
              </a:rPr>
              <a:t>Global Impact 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683400"/>
            <a:ext cx="112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data points: market size, growth, social, spend, geography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850000"/>
            <a:ext cx="11200000" cy="95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0000" y="11151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000" y="1107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0000" y="1115100"/>
            <a:ext cx="2500000" cy="609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E53935"/>
                </a:solidFill>
                <a:latin typeface="Calibri"/>
              </a:rPr>
              <a:t>$13.2B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0000" y="11151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C2C2C"/>
                </a:solidFill>
                <a:latin typeface="Calibri"/>
              </a:rPr>
              <a:t>Market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0000" y="1571300"/>
            <a:ext cx="7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2,800+ brands in South Korea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000" y="1900000"/>
            <a:ext cx="11200000" cy="95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0000" y="200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00" y="203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000" y="2000000"/>
            <a:ext cx="2500000" cy="609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E53935"/>
                </a:solidFill>
                <a:latin typeface="Calibri"/>
              </a:rPr>
              <a:t>400%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000" y="200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C2C2C"/>
                </a:solidFill>
                <a:latin typeface="Calibri"/>
              </a:rPr>
              <a:t>Import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000" y="2380000"/>
            <a:ext cx="7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US K-Beauty imports since 2015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0000" y="2950000"/>
            <a:ext cx="11200000" cy="95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00000" y="305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000" y="308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000" y="3050000"/>
            <a:ext cx="2500000" cy="609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E53935"/>
                </a:solidFill>
                <a:latin typeface="Calibri"/>
              </a:rPr>
              <a:t>48B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0000" y="305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C2C2C"/>
                </a:solidFill>
                <a:latin typeface="Calibri"/>
              </a:rPr>
              <a:t>TikTok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0000" y="3430000"/>
            <a:ext cx="7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#KBeauty global reach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00" y="4000000"/>
            <a:ext cx="11200000" cy="95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00000" y="410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000" y="413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0000" y="4100000"/>
            <a:ext cx="2500000" cy="609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E53935"/>
                </a:solidFill>
                <a:latin typeface="Calibri"/>
              </a:rPr>
              <a:t>$230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0000" y="410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C2C2C"/>
                </a:solidFill>
                <a:latin typeface="Calibri"/>
              </a:rPr>
              <a:t>Annual Spend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0000" y="4480000"/>
            <a:ext cx="7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Korea per capita vs $110 in 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0000" y="5050000"/>
            <a:ext cx="11200000" cy="950000"/>
          </a:xfrm>
          <a:prstGeom prst="roundRect">
            <a:avLst>
              <a:gd name="adj" fmla="val 2000"/>
            </a:avLst>
          </a:prstGeom>
          <a:solidFill>
            <a:srgbClr val="F8F8F8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00000" y="515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000" y="518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0000" y="5150000"/>
            <a:ext cx="2500000" cy="609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E53935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0000" y="5150000"/>
            <a:ext cx="30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C2C2C"/>
                </a:solidFill>
                <a:latin typeface="Calibri"/>
              </a:rPr>
              <a:t>Top Markets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00000" y="5530000"/>
            <a:ext cx="74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China, US, Japan, Southeast Asia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0000" y="6400000"/>
            <a:ext cx="112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source: Statista, Korea Customs, TikTok Analytics,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200000" y="800000"/>
            <a:ext cx="9800000" cy="42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C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400000" y="1000000"/>
            <a:ext cx="380000" cy="300000"/>
          </a:xfrm>
          <a:prstGeom prst="roundRect">
            <a:avLst>
              <a:gd name="adj" fmla="val 8000"/>
            </a:avLst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30000" y="1030000"/>
            <a:ext cx="320000" cy="2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0000" y="2170000"/>
            <a:ext cx="9400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 dirty="0">
                <a:solidFill>
                  <a:srgbClr val="2C2C2C"/>
                </a:solidFill>
                <a:latin typeface="Calibri"/>
              </a:rPr>
              <a:t>Your Skin,
Your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0000" y="3592400"/>
            <a:ext cx="4600000" cy="35000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00000" y="3993200"/>
            <a:ext cx="46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2C2C2C"/>
                </a:solidFill>
                <a:latin typeface="Calibri"/>
              </a:rPr>
              <a:t>Personal • Science-Driven • Inclusive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0000" y="4344000"/>
            <a:ext cx="94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The future of beauty is personal, science-driven, and inclusive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000" y="5300000"/>
            <a:ext cx="9800000" cy="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757575"/>
                </a:solidFill>
                <a:latin typeface="Consolas"/>
              </a:rPr>
              <a:t>// end storyboard | K-Beauty Market Analysis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330</Words>
  <Application>Microsoft Macintosh PowerPoint</Application>
  <PresentationFormat>Widescreen</PresentationFormat>
  <Paragraphs>108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wz yao</cp:lastModifiedBy>
  <cp:revision>2</cp:revision>
  <dcterms:created xsi:type="dcterms:W3CDTF">2013-01-27T09:14:16Z</dcterms:created>
  <dcterms:modified xsi:type="dcterms:W3CDTF">2026-03-13T15:03:23Z</dcterms:modified>
  <cp:category/>
</cp:coreProperties>
</file>
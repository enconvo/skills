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3840480"/>
            <a:ext cx="32004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The K-Beauty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How Korean skincare conquered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274320"/>
            <a:ext cx="36576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THE 10-STEP 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Morning protection meets evening restoration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114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MORNING —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66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1. Oil Cleanser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Dissolve sunscreen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50160"/>
            <a:ext cx="20116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2. Water Cleanser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96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Deep clean pores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6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3. Exfoliant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156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Weekly cell turnover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75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4. Toner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527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Balance skin 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110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5. Essence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898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Core hydration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6. Serum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692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Targeted treatment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527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7. Moisturizer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6400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Seal in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8. Sunscreen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010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SPF50+ daily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554480"/>
            <a:ext cx="4114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NIGHT — Repair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1. Oil Cleanser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148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Double cleanse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323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2. Water Cleanser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4963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Remove impurities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1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3. Exfoliant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843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Chemical turnover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994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4. Toner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1912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Rebalance 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683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5. Essence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683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Fermented nutrients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65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6. Serum/Ampoule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0665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Concentrated repair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50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7. Sheet Mask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450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15-min infusion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336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8. Night Cream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8336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Overnight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137160"/>
            <a:ext cx="246888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92% Korea | 35% 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797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follow multi-step routines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ingred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274320"/>
            <a:ext cx="274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Hero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Nature meets science in every formula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75840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30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Snail Mucin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97632"/>
            <a:ext cx="505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Glycoproteins for deep repair and hydration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88792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68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Centella Asiatica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5984"/>
            <a:ext cx="494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Anti-inflammatory healing from tiger grass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27144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069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Rice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743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Brightening enzyme complex for radiance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365496"/>
            <a:ext cx="22860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545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Propolis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12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Bee-derived antioxidant barrier 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274320"/>
            <a:ext cx="27432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Global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K-Beauty's worldwide footprint in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932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9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$13.2B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8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Global value at 9.3% CAGR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74244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TIKTOK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19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48B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068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#KBeauty Gen Z adoption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ANNUAL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19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$230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68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Korean woman avg yearly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IMPORT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8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400%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7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US skincare imports surged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977639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TOP DESTINATIONS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68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537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US, China, Japan, SE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7639"/>
            <a:ext cx="18288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BRANDS GLOBAL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8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537200"/>
            <a:ext cx="32854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Korean brands in 100+ countries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0" y="1828800"/>
            <a:ext cx="320040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011680"/>
            <a:ext cx="6675120" cy="162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Your Skin,
Your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165089"/>
            <a:ext cx="2103120" cy="2743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688079"/>
            <a:ext cx="6675120" cy="958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0E6D6"/>
                </a:solidFill>
                <a:latin typeface="Georgia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The future of beauty is Korean —
science-driven, nature-inspired, and endlessly innovative.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69772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Rockwell"/>
                <a:effectLst>
                  <a:outerShdw blurRad="60000" dist="20000" dir="5400000" algn="ctr">
                    <a:srgbClr val="000000">
                      <a:alpha val="65000"/>
                    </a:srgbClr>
                  </a:outerShdw>
                </a:effectLst>
              </a:rPr>
              <a:t>#KBeautyRevolution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5943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8B0A8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